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días/tardes. Presentamos RiskMobile, plataforma móvil de evaluación financiera y gestión de asesoría crediticia.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Muchas personas solicitan créditos sin saber si califican; no existía una app que integrara todo el flujo.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RiskMobile integra evaluación, simulación, documentos, chat y contabilidad en una sola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roles principales con experiencias adaptadas a cada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capas; motor de score en dominio. Mostrar diagrama arquitectura.png.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moderno orientado a productividad y escalabilidad con BaaS.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naturaleza orientativa del score propio.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 ~2 min: flujo completo cliente en menos de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 ~2 min: gestión profesional del pipeline crediticio.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Seguridad by design en reglas y capa de autenticación.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Alcance académico cumplido con entregables profesionales.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y contacto. Invitar a demo en vivo si queda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RiskMobile</a:t>
            </a:r>
          </a:p>
          <a:p>
            <a:pPr algn="ctr">
              <a:spcBef>
                <a:spcPts val="1200"/>
              </a:spcBef>
              <a:defRPr sz="2400">
                <a:solidFill>
                  <a:srgbClr val="E0E7FF"/>
                </a:solidFill>
              </a:defRPr>
            </a:pPr>
            <a:r>
              <a:t>Evaluación financiera móvil · v1.0.0</a:t>
            </a:r>
          </a:p>
          <a:p>
            <a:pPr algn="ctr">
              <a:spcBef>
                <a:spcPts val="1200"/>
              </a:spcBef>
              <a:defRPr sz="2400">
                <a:solidFill>
                  <a:srgbClr val="E0E7FF"/>
                </a:solidFill>
              </a:defRPr>
            </a:pPr>
            <a:r>
              <a:t>Kevin Cardoso · Brandon Faruck Villamarin</a:t>
            </a:r>
          </a:p>
          <a:p>
            <a:pPr algn="ctr">
              <a:spcBef>
                <a:spcPts val="1200"/>
              </a:spcBef>
              <a:defRPr sz="2400">
                <a:solidFill>
                  <a:srgbClr val="E0E7FF"/>
                </a:solidFill>
              </a:defRPr>
            </a:pPr>
            <a:r>
              <a:t>Computación Móvil 2026-1 · USC</a:t>
            </a:r>
          </a:p>
          <a:p>
            <a:pPr algn="ctr">
              <a:spcBef>
                <a:spcPts val="1200"/>
              </a:spcBef>
              <a:defRPr sz="2400">
                <a:solidFill>
                  <a:srgbClr val="E0E7FF"/>
                </a:solidFill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Solicitudes de crédito sin conocer viabilidad real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Consultas innecesarias en centrales de riesgo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Procesos ineficientes para cliente y asesor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Falta de integración evaluación + simulación + CRM móvil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Entrevista financiera digital en 3 pasos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Score RiskMobile orientativo (0–100)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Simulador dinámico con sliders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CRM asesor, chat en tiempo real y comisiones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Flutter multiplataforma + Firebase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Cliente: entrevista, documentos, score, simulador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Asesor: CRM, validación documental, estados, chat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Roles diferenciados con reglas de seguridad Firebase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UI (features Material 3) → Riverpod → Services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Dominio: RiskCalculator y modelos compartidos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Backend BaaS: Firebase Auth, Firestore, Storage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GoRouter: 16 rutas navegables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Flutter 3.41 · Dart 3.11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Firebase Auth, Firestore, Storage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Riverpod · GoRouter · Material 3 (Inter)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local_auth, image_picker, file_picker, share_plus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Score RiskMobile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Capacidad de pago 40% · Endeudamiento 30%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Estabilidad laboral 20% · Historial declarado 10%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Clasificación por colores (0–100)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Orientativo: no reemplaza Datacrédito ni TransUnion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Demo —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Splash → Login → Home personalizado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Entrevista 3 pasos con validaciones en vivo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Perfil financiero con gauge y score animado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Documentos (cámara/galería) y simulador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Demo — Asesor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CRM con filtros y detalle de cliente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Actualización de estados del caso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Validación de documentos en Storage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Chat en tiempo real y módulo de comisiones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firestore.rules y storage.rules por rol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Autenticación Firebase + biometría local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Separación Cliente / Asesor en datos sensibles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Comunicación TLS con servicios Google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Métricas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16 pantallas · 38 RF · 62 validaciones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APK release documentado en releases/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Diagramas ER Firestore y arquitectura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Documentación técnica y manual de usuario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Cierre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OCR documental · integración Datacrédito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Scoring con IA · notificaciones push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¿Preguntas? · github.com/kesticar92/RiskMobile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RiskMobile: evalúa antes de solicitar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